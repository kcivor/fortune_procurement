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032" y="-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876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B4F6C">
              <a:alpha val="60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10607040" y="-274320"/>
            <a:ext cx="2377440" cy="237744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STARTUPLAB BUSINESS CENTER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Fortune Procurement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Recap — System Walkthrough &amp; Demo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3, 2026</a:t>
            </a:r>
            <a:r>
              <a:rPr lang="en-US" sz="140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70-minute Zoom session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Rovick Romasanta  |  StartupLab Business Center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live, end-to-end system walkthrough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92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demonstrated the full procurement workflow in real time — from item request through final goods receipt — with warehouse, operations, procurement, and director-level users each logging in and performing their actual step in the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4864" cy="5029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77240" y="28620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09981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Impromptu Zoom — System Walkthrough / Demo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4864" cy="5029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77240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78561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3,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4864" cy="5029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777240" y="4233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47141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minutes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1417320"/>
            <a:ext cx="4206240" cy="4709160"/>
          </a:xfrm>
          <a:prstGeom prst="roundRect">
            <a:avLst>
              <a:gd name="adj" fmla="val 2609"/>
            </a:avLst>
          </a:prstGeom>
          <a:solidFill>
            <a:srgbClr val="F4F6F7"/>
          </a:solidFill>
          <a:ln w="127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77266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2668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StartupLab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239572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F. Prodigalidad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Rovick Romasanta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3108960"/>
            <a:ext cx="3566160" cy="0"/>
          </a:xfrm>
          <a:prstGeom prst="line">
            <a:avLst/>
          </a:prstGeom>
          <a:noFill/>
          <a:ln w="127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772668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Fortune Procurement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26680" y="3538728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Judy and the Procurement Team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Marcial Amaro VI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FPC Training Room participants: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Warehouse, Operations, Director, and QA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Procurement System — Meeting Recap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DEMONSTRATED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procurement cycle, step by step (1 of 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Canvassing → PR2 Approval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459736"/>
            <a:ext cx="0" cy="87521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request &amp; 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21284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quantity and requested quantity fields captured at intake.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65545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548640" y="256554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041033"/>
            <a:ext cx="0" cy="87521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1325880" y="2519825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quantity review &amp; adjustment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794145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requires a documented reason.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146842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548640" y="314684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3622330"/>
            <a:ext cx="0" cy="87521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1325880" y="3101122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head approval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37544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history and timestamps are visible.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28139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548640" y="372813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7240" y="4203627"/>
            <a:ext cx="0" cy="87521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1325880" y="3682419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manager approval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309437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548640" y="430943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77240" y="4784925"/>
            <a:ext cx="0" cy="87521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1325880" y="4263717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creation &amp; assignment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538037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a procurement staff member.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890734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548640" y="489073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77240" y="5366222"/>
            <a:ext cx="0" cy="87521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Text 30"/>
          <p:cNvSpPr/>
          <p:nvPr/>
        </p:nvSpPr>
        <p:spPr>
          <a:xfrm>
            <a:off x="1325880" y="4845014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canvassing &amp; invitation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5119334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invited by item and supplier type.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472031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/>
          <p:nvPr/>
        </p:nvSpPr>
        <p:spPr>
          <a:xfrm>
            <a:off x="548640" y="547203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25880" y="5426311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quotation submission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25880" y="5700631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price, lead time, remarks, and attachments.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Procurement System — Meeting Recap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DEMONSTRATED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procurement cycle, step by step (2 of 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Comparison → PO → Goods Receipt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459736"/>
            <a:ext cx="0" cy="184404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comparison &amp; winning-supplier selection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6242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548640" y="26624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137916"/>
            <a:ext cx="0" cy="184404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1325880" y="261670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PR2 approval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89102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 and director sign-off.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406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548640" y="3340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3816096"/>
            <a:ext cx="0" cy="184404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1325880" y="329488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generation &amp; submission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56920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submitted for approval.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1878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548640" y="40187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4494276"/>
            <a:ext cx="0" cy="184404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1325880" y="397306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transmission &amp; supplier acknowledgment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24738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date and delivery remarks captured.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9696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548640" y="4696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77240" y="5172456"/>
            <a:ext cx="0" cy="184404"/>
          </a:xfrm>
          <a:prstGeom prst="line">
            <a:avLst/>
          </a:prstGeom>
          <a:noFill/>
          <a:ln w="254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1325880" y="465124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tracking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92556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through to “Delivered.”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37514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548640" y="53751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25880" y="53294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goods receipt (GRN)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560374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quantity entry, optional QA forwarding, transaction close.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Procurement System — Meeting Recap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CONFIRMED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decisions locked in during the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4F6F7"/>
          </a:solidFill>
          <a:ln w="127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465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adjustment ownership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— not the original requester — will adjust order quantities, since warehouse has visibility into stock on hand and reorder points. A reason is captured for every change.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4F6F7"/>
          </a:solidFill>
          <a:ln w="127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26364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17465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system integration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connected to the client’s existing inventory/ERP system. Warehouse will manually cross-check stock for now. A future sync (potentially AI-assisted) will be scoped as a separate project.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4F6F7"/>
          </a:solidFill>
          <a:ln w="127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16966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accountability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 step records who approved it and the date/time, giving full traceability across the cycle.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393192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4F6F7"/>
          </a:solidFill>
          <a:ln w="127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6263640" y="42062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626364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416966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47091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— requesters, department heads, directors, and other roles — will be issued individual accounts scoped to department and position.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Procurement System — Meeting Recap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items remain open for follow-up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purchase / acquisition cost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by Marcial Amaro VI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4434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last acquisition cost for an item should be visible during quotation comparison. Not currently available — historical pricing has not been imported. Will be flagged as out of scope for now when explaining the dashboard to the relevant stakeholder.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0749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6309360" y="18745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21945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system linking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after soft launch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3291840"/>
            <a:ext cx="4434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connect the client’s current inventory/sales data to the dashboard. StartupLab will look into feasible options — direct extraction vs. other methods — once on site.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Procurement System — Meeting Recap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 before the next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74920" cy="502920"/>
          </a:xfrm>
          <a:prstGeom prst="rect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074920" cy="3931920"/>
          </a:xfrm>
          <a:prstGeom prst="rect">
            <a:avLst/>
          </a:prstGeom>
          <a:solidFill>
            <a:srgbClr val="F4F6F7"/>
          </a:solidFill>
          <a:ln w="127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262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finalize the full list of Engineering department users for the pilot — name, email, department, and position — using StartupLab’s template.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summary and confirm the pilot department assignments (Engineering as primary, with Purchasing and Stockroom also involved).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508760"/>
            <a:ext cx="507492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217920" y="15087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STARTUPLAB ACTIONS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011680"/>
            <a:ext cx="5074920" cy="3931920"/>
          </a:xfrm>
          <a:prstGeom prst="rect">
            <a:avLst/>
          </a:prstGeom>
          <a:solidFill>
            <a:srgbClr val="F4F6F7"/>
          </a:solidFill>
          <a:ln w="12700">
            <a:solidFill>
              <a:srgbClr val="E1E6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263640" y="2194560"/>
            <a:ext cx="45262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user-list Excel template to the client for completion.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accounts and configure access levels by department and position once the list is received.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10–15 day implementation plan with an itemized list of requirements ahead of soft launch.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proposed implementation dates to Julie for scheduling.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short memorandum/announcement to the pilot team once dates are confirmed.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Procurement System — Meeting Recap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go-live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departments: </a:t>
            </a:r>
            <a:r>
              <a:rPr lang="en-US" sz="14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(primary), together with Purchasing and Stockroom.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3108960"/>
            <a:ext cx="9418320" cy="0"/>
          </a:xfrm>
          <a:prstGeom prst="line">
            <a:avLst/>
          </a:prstGeom>
          <a:noFill/>
          <a:ln w="381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896112" y="2907792"/>
            <a:ext cx="402336" cy="402336"/>
          </a:xfrm>
          <a:prstGeom prst="ellipse">
            <a:avLst/>
          </a:prstGeom>
          <a:solidFill>
            <a:srgbClr val="E8A33D"/>
          </a:solidFill>
          <a:ln w="25400">
            <a:solidFill>
              <a:srgbClr val="0B2A3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896112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demo /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with the pilot team prior to go-live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05272" y="2907792"/>
            <a:ext cx="402336" cy="402336"/>
          </a:xfrm>
          <a:prstGeom prst="ellipse">
            <a:avLst/>
          </a:prstGeom>
          <a:solidFill>
            <a:srgbClr val="E8A33D"/>
          </a:solidFill>
          <a:ln w="25400">
            <a:solidFill>
              <a:srgbClr val="0B2A3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5605272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18745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launch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within the next weeks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314432" y="2907792"/>
            <a:ext cx="402336" cy="402336"/>
          </a:xfrm>
          <a:prstGeom prst="ellipse">
            <a:avLst/>
          </a:prstGeom>
          <a:solidFill>
            <a:srgbClr val="E8A33D"/>
          </a:solidFill>
          <a:ln w="25400">
            <a:solidFill>
              <a:srgbClr val="0B2A3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10314432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0" y="18745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Wide-scale</a:t>
            </a:r>
            <a:endParaRPr lang="en-US" sz="1500" dirty="0"/>
          </a:p>
          <a:p>
            <a:pPr marL="0" indent="0" algn="r">
              <a:buNone/>
            </a:pPr>
            <a:r>
              <a:rPr lang="en-US" sz="15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month or early next month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Procurement System — Meeting Recap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B4F6C">
              <a:alpha val="60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-274320" y="5303520"/>
            <a:ext cx="2194560" cy="219456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track for soft launch within 1–2 weeks.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pilot user list from Engineering, followed by a hands-on training session with the pilot team.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3949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54864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StartupLab Business Center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897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Rovick Romasanta — Fortune Procurement System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843</Words>
  <Application>Microsoft Office PowerPoint</Application>
  <PresentationFormat>Custom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Rovick Romasanta</cp:lastModifiedBy>
  <cp:revision>2</cp:revision>
  <dcterms:created xsi:type="dcterms:W3CDTF">2026-09-16T20:34:58Z</dcterms:created>
  <dcterms:modified xsi:type="dcterms:W3CDTF">2026-09-16T23:01:59Z</dcterms:modified>
</cp:coreProperties>
</file>